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274320" cy="14630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5544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Shell in Python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24688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Unix-style shell from scratch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1605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COSC-3411 · System Programming · Group Gamma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44348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May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3840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320040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804672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Gamma · COSC-3411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1371600"/>
            <a:ext cx="3749040" cy="1371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371600"/>
            <a:ext cx="91440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60020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 Almousa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205740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ID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60120" y="22860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201902641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709160" y="1371600"/>
            <a:ext cx="3749040" cy="1371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1371600"/>
            <a:ext cx="91440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3480" y="160020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Hassan Albrahim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983480" y="205740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ID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983480" y="22860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202001844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85800" y="3017520"/>
            <a:ext cx="3749040" cy="1371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3017520"/>
            <a:ext cx="91440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32461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Ahmad J Alsahan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60120" y="370332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ID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60120" y="39319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202201041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709160" y="3017520"/>
            <a:ext cx="3749040" cy="1371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09160" y="3017520"/>
            <a:ext cx="91440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83480" y="32461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Abdulaziz Almotairi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983480" y="370332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ID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983480" y="39319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202200065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48234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Shell in Python · Gamma Team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412480" y="482346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3840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320040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Shell?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804672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program between you and the operating system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41732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shell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commands from the user, decides what to do with them, runs the right program, and shows the result.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2606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Familiar examples: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2926080"/>
            <a:ext cx="3931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 · Zsh (Linux, macOS)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Command Prompt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PowerShell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0" y="1463040"/>
            <a:ext cx="3383280" cy="54864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0" y="14630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types command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720840" y="2011680"/>
            <a:ext cx="0" cy="22860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029200" y="2240280"/>
            <a:ext cx="3383280" cy="5486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0" y="22402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 parses &amp; dispatches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720840" y="2788920"/>
            <a:ext cx="0" cy="22860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029200" y="3017520"/>
            <a:ext cx="3383280" cy="54864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0" y="30175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system fork/exec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720840" y="3566160"/>
            <a:ext cx="0" cy="22860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029200" y="3794760"/>
            <a:ext cx="3383280" cy="5486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0" y="37947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program runs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48234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Shell in Python · Gamma Team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412480" y="482346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3840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320040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Goal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804672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topic: a basic Python shell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1371600"/>
            <a:ext cx="77724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371600"/>
            <a:ext cx="109728" cy="9601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5544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"Implement a simple shell in Python that executes basic commands (ls, pwd, echo, etc.)"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5146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turned that into three concrete goals: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2971800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971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17320" y="2926080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the REPL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417320" y="320040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line, parse it, run it, repeat. Show a clean prompt every time.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77240" y="3611880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17320" y="3566160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Built-ins inside the shell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384048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cd, pwd, echo, exit, help, clear, env, export, unset, history.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17320" y="4206240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commands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417320" y="448056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runs via subprocess — ls, cat, grep, python3, anything on PATH.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48234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Shell in Python · Gamma Team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412480" y="482346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3840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320040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804672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command flows through the shell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508760"/>
            <a:ext cx="1508760" cy="128016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6916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76072" y="2148840"/>
            <a:ext cx="1362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input()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011680" y="2148840"/>
            <a:ext cx="164592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176272" y="1508760"/>
            <a:ext cx="1508760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76272" y="16916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249424" y="2148840"/>
            <a:ext cx="1362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shlex.split()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85032" y="2148840"/>
            <a:ext cx="164592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849624" y="1508760"/>
            <a:ext cx="1508760" cy="128016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49624" y="16916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922776" y="2148840"/>
            <a:ext cx="1362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built-in?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358384" y="2148840"/>
            <a:ext cx="164592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522976" y="1508760"/>
            <a:ext cx="1508760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522976" y="16916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596128" y="2148840"/>
            <a:ext cx="1362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method | subprocess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031736" y="2148840"/>
            <a:ext cx="164592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196328" y="1508760"/>
            <a:ext cx="1508760" cy="128016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96328" y="16916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269480" y="2148840"/>
            <a:ext cx="1362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 prompt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" y="31546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shell is one Python class (Shell) running this loop until the user types exit.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85800" y="3703320"/>
            <a:ext cx="7772400" cy="731520"/>
          </a:xfrm>
          <a:prstGeom prst="rect">
            <a:avLst/>
          </a:prstGeom>
          <a:solidFill>
            <a:srgbClr val="FFF7ED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8680" y="3703320"/>
            <a:ext cx="7406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built-ins must run </a:t>
            </a:r>
            <a:pPr indent="0" marL="0">
              <a:buNone/>
            </a:pPr>
            <a:r>
              <a:rPr lang="en-US" sz="1300" b="1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shell process. A subprocess can't change the parent's working directory.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" y="48234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Shell in Python · Gamma Team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412480" y="482346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3840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320040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Commands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804672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commands handled inside the shell process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1691640" cy="3840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41732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[dir]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286000" y="14173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directory (supports cd -)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1965960"/>
            <a:ext cx="1691640" cy="3840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96596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pwd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286000" y="196596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working directory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2514600"/>
            <a:ext cx="1691640" cy="3840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5146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[-n] ...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286000" y="251460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arguments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063240"/>
            <a:ext cx="1691640" cy="3840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0632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exit [code]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286000" y="30632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the shell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3611880"/>
            <a:ext cx="1691640" cy="3840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361188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help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286000" y="361188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built-in commands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63440" y="1417320"/>
            <a:ext cx="1691640" cy="3840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09160" y="141732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46520" y="14173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the screen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663440" y="1965960"/>
            <a:ext cx="1691640" cy="3840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09160" y="196596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46520" y="196596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environment variables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663440" y="2514600"/>
            <a:ext cx="1691640" cy="3840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09160" y="25146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VAR=V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46520" y="251460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environment variable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663440" y="3063240"/>
            <a:ext cx="1691640" cy="3840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09160" y="30632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unset VAR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446520" y="30632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environment variable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663440" y="3611880"/>
            <a:ext cx="1691640" cy="3840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361188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history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446520" y="361188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typed commands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02920" y="4297680"/>
            <a:ext cx="8138160" cy="411480"/>
          </a:xfrm>
          <a:prstGeom prst="rect">
            <a:avLst/>
          </a:prstGeom>
          <a:solidFill>
            <a:srgbClr val="F8FA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42976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(ls, cat, grep, python3, mkdir, …) runs as an external program via subprocess.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57200" y="48234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Shell in Python · Gamma Team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412480" y="482346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3840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320040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External Commands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804672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subprocess.run() — no shell in between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4173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deliberately avoided two shortcuts: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1783080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eval() — runs arbitrary Python code (security hole).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os.system() — just wraps /bin/sh. Defeats the purpose.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29260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subprocess.run() runs the program directly via fork + exec — same as Bash.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26280" y="1417320"/>
            <a:ext cx="4160520" cy="310896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1508760"/>
            <a:ext cx="4023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5B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run_external(self, cmd, args):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try: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result = subprocess.run(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[cmd] + args,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preexec_fn=...,  # see slide 8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self.last_exit_code = result.returncode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except FileNotFoundError: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print(f"{cmd}: command not found")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self.last_exit_code = 127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except PermissionError: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print(f"{cmd}: permission denied")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self.last_exit_code = 126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48234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Shell in Python · Gamma Team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412480" y="482346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3840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320040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Handling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804672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Ctrl-C must cancel the line, not kill the shell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813816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417320"/>
            <a:ext cx="109728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49047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Ctrl-C at the prompt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18288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the current input line. Show a fresh prompt. Shell stays alive.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989320" y="1673352"/>
            <a:ext cx="251460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0" y="167335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signal.SIG_IGN + catch KeyboardInterrupt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2920" y="2468880"/>
            <a:ext cx="813816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2468880"/>
            <a:ext cx="109728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54203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Ctrl-C during a program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77240" y="28803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the running child (e.g. sleep 30). Shell survives, returns to prompt.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89320" y="2724912"/>
            <a:ext cx="251460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0" y="272491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preexec_fn = SIG_DFL inside the child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3520440"/>
            <a:ext cx="813816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2920" y="3520440"/>
            <a:ext cx="109728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59359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Ctrl-D at empty prompt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77240" y="39319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End-of-input → exit cleanly with goodbye message.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989320" y="3776472"/>
            <a:ext cx="251460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35040" y="377647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Catch EOFError from input()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48234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Shell in Python · Gamma Team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12480" y="482346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3840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320040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804672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show you in the terminal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4937760" cy="333756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600200"/>
            <a:ext cx="137160" cy="13716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1600200"/>
            <a:ext cx="137160" cy="1371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3000" y="1600200"/>
            <a:ext cx="137160" cy="13716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874520"/>
            <a:ext cx="4663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python3 minishell.py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user@host:~$ pwd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/home/user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user@host:~$ echo hello world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hello world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user@host:~$ cd /tmp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user@host:/tmp$ cd -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/home/user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user@host:~$ export NAME=Gamma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user@host:~$ env | grep NAME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NAME=Gamma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user@host:~$ xyz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minishell: xyz: command not found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user@host:~$ history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669280" y="1417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proves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669280" y="1874520"/>
            <a:ext cx="164592" cy="1645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0" y="1828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pwd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built-in works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0" y="2331720"/>
            <a:ext cx="164592" cy="1645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0" y="2286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argument parsing OK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0" y="2788920"/>
            <a:ext cx="164592" cy="1645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2743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/tmp / cd -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state change + history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0" y="3246120"/>
            <a:ext cx="164592" cy="1645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0" y="3200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/ env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env vars persist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69280" y="3703320"/>
            <a:ext cx="164592" cy="1645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3657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xyz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clean error message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0" y="4160520"/>
            <a:ext cx="164592" cy="1645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4114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history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tracking all input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8234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Shell in Python · Gamma Team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12480" y="482346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3840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320040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Limitations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804672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Intentionally out of scope for "basic"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3716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chose a smaller, polished shell over a half-finished advanced one.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2560320" cy="868680"/>
          </a:xfrm>
          <a:prstGeom prst="rect">
            <a:avLst/>
          </a:prstGeom>
          <a:solidFill>
            <a:srgbClr val="F8FA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21762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 | grep py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1737360"/>
            <a:ext cx="2560320" cy="868680"/>
          </a:xfrm>
          <a:prstGeom prst="rect">
            <a:avLst/>
          </a:prstGeom>
          <a:solidFill>
            <a:srgbClr val="F8FA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2900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429000" y="21762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output.txt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89320" y="1737360"/>
            <a:ext cx="2560320" cy="868680"/>
          </a:xfrm>
          <a:prstGeom prst="rect">
            <a:avLst/>
          </a:prstGeom>
          <a:solidFill>
            <a:srgbClr val="F8FA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7220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expansion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172200" y="21762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$HOME prints literally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743200"/>
            <a:ext cx="2560320" cy="868680"/>
          </a:xfrm>
          <a:prstGeom prst="rect">
            <a:avLst/>
          </a:prstGeom>
          <a:solidFill>
            <a:srgbClr val="F8FA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28346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jobs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5800" y="318211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sleep 10 &amp;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246120" y="2743200"/>
            <a:ext cx="2560320" cy="868680"/>
          </a:xfrm>
          <a:prstGeom prst="rect">
            <a:avLst/>
          </a:prstGeom>
          <a:solidFill>
            <a:srgbClr val="F8FA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29000" y="28346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Chaining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429000" y="318211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cmd1 &amp;&amp; cmd2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89320" y="2743200"/>
            <a:ext cx="2560320" cy="868680"/>
          </a:xfrm>
          <a:prstGeom prst="rect">
            <a:avLst/>
          </a:prstGeom>
          <a:solidFill>
            <a:srgbClr val="F8FA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72200" y="28346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Globbing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172200" y="318211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*.txt patterns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2920" y="4069080"/>
            <a:ext cx="8138160" cy="457200"/>
          </a:xfrm>
          <a:prstGeom prst="rect">
            <a:avLst/>
          </a:prstGeom>
          <a:solidFill>
            <a:srgbClr val="FFF7ED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069080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Why? 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would push the project from "basic" to "medium" — the assignment said basic.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48234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Shell in Python · Gamma Team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412480" y="482346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3840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320040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804672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 that became real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4023360" cy="1417320"/>
          </a:xfrm>
          <a:prstGeom prst="rect">
            <a:avLst/>
          </a:prstGeom>
          <a:solidFill>
            <a:srgbClr val="F8FA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55448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691640" y="1600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+ exec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shell really spawns programs — and why subprocess matters.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417320"/>
            <a:ext cx="4023360" cy="1417320"/>
          </a:xfrm>
          <a:prstGeom prst="rect">
            <a:avLst/>
          </a:prstGeom>
          <a:solidFill>
            <a:srgbClr val="F8FA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55448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5852160" y="1600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vs external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852160" y="19659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cd, export, and exit cannot be external programs.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2971800"/>
            <a:ext cx="4023360" cy="1417320"/>
          </a:xfrm>
          <a:prstGeom prst="rect">
            <a:avLst/>
          </a:prstGeom>
          <a:solidFill>
            <a:srgbClr val="F8FA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1089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1691640" y="3154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&amp; SIGINT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691640" y="35204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Ctrl-C is dispatched, and how to scope it to the child.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2971800"/>
            <a:ext cx="4023360" cy="1417320"/>
          </a:xfrm>
          <a:prstGeom prst="rect">
            <a:avLst/>
          </a:prstGeom>
          <a:solidFill>
            <a:srgbClr val="F8FA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31089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5852160" y="3154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codes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852160" y="35204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 1, 126, 127, 130 — what each one means and when to use it.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8234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Shell in Python · Gamma Team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412480" y="482346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920240"/>
            <a:ext cx="274320" cy="12801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6459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640080" y="2606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github.com/ABCC-wq/Systems-Programming_101-Gamma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44805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Gamma Team · COSC-3411 · May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Mini Shell in Python</dc:title>
  <dc:subject>PptxGenJS Presentation</dc:subject>
  <dc:creator>Gamma Team</dc:creator>
  <cp:lastModifiedBy>Gamma Team</cp:lastModifiedBy>
  <cp:revision>1</cp:revision>
  <dcterms:created xsi:type="dcterms:W3CDTF">2026-05-17T19:59:00Z</dcterms:created>
  <dcterms:modified xsi:type="dcterms:W3CDTF">2026-05-17T19:59:00Z</dcterms:modified>
</cp:coreProperties>
</file>