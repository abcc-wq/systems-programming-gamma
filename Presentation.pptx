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274320" cy="14630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554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Unix-style shell from scratch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Programming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May 2026</a:t>
            </a:r>
            <a:endParaRPr lang="en-US" sz="11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0" y="3977639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B7E4C7"/>
                </a:solidFill>
                <a:latin typeface="Calibri"/>
              </a:rPr>
              <a:t>Ali Almousa   201902641</a:t>
            </a:r>
          </a:p>
          <a:p>
            <a:r>
              <a:rPr sz="1050">
                <a:solidFill>
                  <a:srgbClr val="B7E4C7"/>
                </a:solidFill>
                <a:latin typeface="Calibri"/>
              </a:rPr>
              <a:t>Hassan Albrahim   202001844</a:t>
            </a:r>
          </a:p>
          <a:p>
            <a:r>
              <a:rPr sz="1050">
                <a:solidFill>
                  <a:srgbClr val="B7E4C7"/>
                </a:solidFill>
                <a:latin typeface="Calibri"/>
              </a:rPr>
              <a:t>Ahmad J Alsahan   202201041</a:t>
            </a:r>
          </a:p>
          <a:p>
            <a:r>
              <a:rPr sz="1050">
                <a:solidFill>
                  <a:srgbClr val="B7E4C7"/>
                </a:solidFill>
                <a:latin typeface="Calibri"/>
              </a:rPr>
              <a:t>Abdulaziz Almotairi   202200065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Shell?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between you and the operating system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shell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commands from the user, decides what to do with them, runs the right program, and shows the result.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examples: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2926080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· Zsh (Linux, macOS)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Command Prompt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0" y="1463040"/>
            <a:ext cx="3383280" cy="54864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0" y="1463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command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20840" y="201168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029200" y="2240280"/>
            <a:ext cx="3383280" cy="54864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0" y="2240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parses &amp; dispatches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20840" y="278892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029200" y="3017520"/>
            <a:ext cx="3383280" cy="54864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0" y="3017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fork/exec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20840" y="356616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029200" y="3794760"/>
            <a:ext cx="3383280" cy="54864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0" y="3794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program runs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topic: a basic Python shell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371600"/>
            <a:ext cx="7772400" cy="9601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371600"/>
            <a:ext cx="109728" cy="96012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1554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"Implement a simple shell in Python that executes basic commands (ls, pwd, echo, etc.)"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turned that into three concrete goals: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457200" cy="457200"/>
          </a:xfrm>
          <a:prstGeom prst="ellipse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92608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REPL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17320" y="32004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line, parse it, run it, repeat. Show a clean prompt every time.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611880"/>
            <a:ext cx="457200" cy="457200"/>
          </a:xfrm>
          <a:prstGeom prst="ellipse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356616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 inside the shell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84048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cd, pwd, echo, exit, help, clear, env, export, unset, history.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420624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commands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44805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runs via subprocess — ls, cat, grep, python3, anything on PATH.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command flows through the shell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1508760" cy="128016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76072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176272" y="1508760"/>
            <a:ext cx="1508760" cy="128016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76272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49424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shlex.split()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85032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849624" y="1508760"/>
            <a:ext cx="1508760" cy="128016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849624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22776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built-in?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58384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522976" y="1508760"/>
            <a:ext cx="1508760" cy="128016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522976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596128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 | subprocess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31736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196328" y="1508760"/>
            <a:ext cx="1508760" cy="128016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196328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prompt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3154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shell is one Python class (Shell) running this loop until the user types exit.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5800" y="3703320"/>
            <a:ext cx="7772400" cy="731520"/>
          </a:xfrm>
          <a:prstGeom prst="rect">
            <a:avLst/>
          </a:prstGeom>
          <a:solidFill>
            <a:srgbClr val="EAFAF0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" y="370332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</a:t>
            </a:r>
            <a:pPr indent="0" marL="0">
              <a:buNone/>
            </a:pPr>
            <a:r>
              <a:rPr lang="en-US" sz="13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 must run</a:t>
            </a:r>
            <a:pPr indent="0" marL="0">
              <a:buNone/>
            </a:pPr>
            <a:r>
              <a:rPr lang="en-US" sz="1300" b="1" i="1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</a:t>
            </a:r>
            <a:pPr indent="0" marL="0">
              <a:buNone/>
            </a:pPr>
            <a:r>
              <a:rPr lang="en-US" sz="13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process. A subprocess can't change the parent's working directory.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commands handled inside the shell process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4173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[dir]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0" y="1417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directory (supports cd -)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6596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9659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965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working directory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25146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[-n] ...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2514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arguments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30632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[code]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30632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shell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61188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8640" y="36118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36118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built-in commands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14173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46520" y="1417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screen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196596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709160" y="19659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46520" y="1965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environment variables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63440" y="251460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709160" y="25146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VAR=V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2514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environment variable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306324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709160" y="30632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unset VAR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46520" y="30632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environment variable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663440" y="361188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709160" y="36118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46520" y="36118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typed commands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297680"/>
            <a:ext cx="8138160" cy="4114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008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(ls, cat, grep, python3, mkdir, …) runs as an external program via subprocess.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External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subprocess.run() — no shell in between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avoided two shortcuts: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eval() — runs arbitrary Python code (security hole).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os.system() — just wraps /bin/sh. Defeats the purpose.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260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subprocess.run() runs the program directly via fork + exec — same as Bash.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1417320"/>
            <a:ext cx="4160520" cy="3108960"/>
          </a:xfrm>
          <a:prstGeom prst="rect">
            <a:avLst/>
          </a:prstGeom>
          <a:solidFill>
            <a:srgbClr val="071A0E"/>
          </a:solidFill>
          <a:ln w="12700">
            <a:solidFill>
              <a:srgbClr val="071A0E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17720" y="150876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run_external(self, cmd, args):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run the command as a child process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subprocess.run(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74C6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[cmd] + args,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preexec_fn=lambda: signal.signal(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signal.SIGINT, signal.SIG_DFL)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4C6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self.last_exit_code = result.returncode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FileNotFoundError: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4C6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print(f"{cmd}: command not found")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self.last_exit_code = 127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PermissionError:</a:t>
            </a:r>
            <a:endParaRPr lang="en-US" sz="1000" dirty="0"/>
          </a:p>
          <a:p>
            <a:pPr indent="0" marL="0">
              <a:buNone/>
            </a:pPr>
            <a:endParaRPr lang="en-US" sz="1000" dirty="0"/>
            <a:r>
              <a:rPr lang="en-US" sz="100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print(f"{cmd}: permission denied")</a:t>
            </a:r>
          </a:p>
          <a:p>
            <a:pPr indent="0" marL="0">
              <a:buNone/>
            </a:pPr>
            <a:endParaRPr lang="en-US" sz="1000" dirty="0"/>
            <a:r>
              <a:rPr lang="en-US" sz="100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self.last_exit_code = 126</a:t>
            </a:r>
          </a:p>
        </p:txBody>
      </p:sp>
      <p:sp>
        <p:nvSpPr>
          <p:cNvPr id="10" name="Text 8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Handling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 must cancel the line, not kill the shell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8138160" cy="91440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417320"/>
            <a:ext cx="109728" cy="91440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4904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 at the prompt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the current input line. Show a fresh prompt. Shell stays alive.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1673352"/>
            <a:ext cx="2514600" cy="41148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035040" y="167335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signal.SIG_IGN + catch KeyboardInterrupt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468880"/>
            <a:ext cx="8138160" cy="91440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02920" y="2468880"/>
            <a:ext cx="109728" cy="91440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2542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 during a program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2880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running child (e.g. sleep 30). Shell survives, returns to prompt.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89320" y="2724912"/>
            <a:ext cx="2514600" cy="41148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035040" y="272491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preexec_fn = SIG_DFL inside the child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520440"/>
            <a:ext cx="8138160" cy="91440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02920" y="3520440"/>
            <a:ext cx="109728" cy="91440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77240" y="35935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Ctrl-D at empty prompt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End-of-input → exit cleanly with goodbye message.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89320" y="3776472"/>
            <a:ext cx="2514600" cy="41148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035040" y="37764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 EOFError from input()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show you in the terminal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937760" cy="3337560"/>
          </a:xfrm>
          <a:prstGeom prst="rect">
            <a:avLst/>
          </a:prstGeom>
          <a:solidFill>
            <a:srgbClr val="071A0E"/>
          </a:solidFill>
          <a:ln w="12700">
            <a:solidFill>
              <a:srgbClr val="071A0E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600200"/>
            <a:ext cx="137160" cy="1371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1600200"/>
            <a:ext cx="137160" cy="13716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600200"/>
            <a:ext cx="137160" cy="137160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874520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4C6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minishell.py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pwd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echo hello world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world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cd /tmp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user@host:/tmp$ cd -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export NAME=Linux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env | grep NAME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NAME=Linux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xyz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minishell: xyz: command not found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history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proves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0" y="18745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built-in works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0" y="23317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argument parsing OK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7889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94360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/tmp / cd -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state change + history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0" y="32461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/ env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env vars persist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0" y="37033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0" y="3657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xyz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clean error message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0" y="41605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4360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tracking all input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Intentionally out of scope for "basic"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a smaller, polished shell over a half-finished advanced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| grep py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73736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290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290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output.txt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173736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172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expansion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722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$HOME prints literally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74320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58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3182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 10 &amp;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46120" y="274320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4290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29000" y="3182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cmd1 &amp;&amp; cmd2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9320" y="274320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1722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Globbing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72200" y="3182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*.txt patterns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solidFill>
            <a:srgbClr val="EAFAF0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406908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would push the project from "basic" to "medium" — the assignment said basic.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that became real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023360" cy="14173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+ exec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shell really spawns programs — and why subprocess matters.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14173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4632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85216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vs external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521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cd, export, and exit cannot be external programs.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71800"/>
            <a:ext cx="4023360" cy="14173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&amp; SIGINT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9164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Ctrl-C is dispatched, and how to scope it to the child.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4023360" cy="14173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4632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8521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5216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126, 127, 130 — what each one means and when to use it.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274320" cy="128016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6459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E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github.com/ABCC-wq/Systems-Programming-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Shell in Python</dc:title>
  <dc:subject>PptxGenJS Presentation</dc:subject>
  <dc:creator>Gamma Team</dc:creator>
  <cp:lastModifiedBy>Gamma Team</cp:lastModifiedBy>
  <cp:revision>1</cp:revision>
  <dcterms:created xsi:type="dcterms:W3CDTF">2026-05-17T19:59:00Z</dcterms:created>
  <dcterms:modified xsi:type="dcterms:W3CDTF">2026-05-17T19:59:00Z</dcterms:modified>
</cp:coreProperties>
</file>