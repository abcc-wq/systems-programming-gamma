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274320" cy="1463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Unix-style shell from scratch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Programming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May 2026</a:t>
            </a:r>
            <a:endParaRPr lang="en-US" sz="11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0" y="3977639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B7E4C7"/>
                </a:solidFill>
                <a:latin typeface="Calibri"/>
              </a:rPr>
              <a:t>Ali Almousa   201902641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Hassan Albrahim   202001844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Ahmad J Alsahan   202201041</a:t>
            </a:r>
          </a:p>
          <a:p>
            <a:r>
              <a:rPr sz="1050">
                <a:solidFill>
                  <a:srgbClr val="B7E4C7"/>
                </a:solidFill>
                <a:latin typeface="Calibri"/>
              </a:rPr>
              <a:t>Abdulaziz Almotairi   202200065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Shell?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between you and the operating system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shell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commands from the user, decides what to do with them, runs the right program, and shows the result.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examples: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· Zsh (Linux, macOS)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Command Prompt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0" y="1463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command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20840" y="201168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0" y="2240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parses &amp; dispatches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20840" y="278892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0" y="3017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 fork/exec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3566160"/>
            <a:ext cx="0" cy="2286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program runs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topic: a basic Python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7772400" cy="9601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371600"/>
            <a:ext cx="109728" cy="96012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1554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 a simple shell in Python that executes basic commands (ls, pwd, echo, etc.)"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that into three concrete goals: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9260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REPL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17320" y="3200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line, parse it, run it, repeat. Show a clean prompt every time.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61188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356616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inside the shell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8404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pwd, echo, clear, history, help, exit.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2062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commands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44805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runs via subprocess — ls, cat, grep, python3, anything on PATH.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command flows through the shell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176272" y="1508760"/>
            <a:ext cx="1508760" cy="128016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76272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9424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line.split()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85032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849624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849624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22776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built-in?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58384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522976" y="1508760"/>
            <a:ext cx="1508760" cy="1280160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522976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596128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if/elif | subprocess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31736" y="2148840"/>
            <a:ext cx="164592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96328" y="1508760"/>
            <a:ext cx="1508760" cy="1280160"/>
          </a:xfrm>
          <a:prstGeom prst="rect">
            <a:avLst/>
          </a:prstGeom>
          <a:solidFill>
            <a:srgbClr val="B7E4C7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96328" y="16916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2148840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prompt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3154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shell is a simple loop with if/elif for commands until the user types exit.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solidFill>
            <a:srgbClr val="EAFAF0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3703320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pPr indent="0" marL="0">
              <a:buNone/>
            </a:pPr>
            <a:r>
              <a:rPr lang="en-US" sz="13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 must run</a:t>
            </a:r>
            <a:pPr indent="0" marL="0">
              <a:buNone/>
            </a:pPr>
            <a:r>
              <a:rPr lang="en-US" sz="1300" b="1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3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shell process. A subprocess can't change the parent's working directory.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commands handled inside the shell process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[dir]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directory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9659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65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working directory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5146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[-n] ...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arguments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0632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[code]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30632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shell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6118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3611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built-in commands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1691640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4173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screen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297680"/>
            <a:ext cx="8138160" cy="4114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(ls, cat, grep, python3, mkdir, …) runs as an external program via subprocess.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9" name="Rectangle 38"/>
          <p:cNvSpPr/>
          <p:nvPr/>
        </p:nvSpPr>
        <p:spPr>
          <a:xfrm>
            <a:off x="4663440" y="1965960"/>
            <a:ext cx="1691640" cy="384048"/>
          </a:xfrm>
          <a:prstGeom prst="rect">
            <a:avLst/>
          </a:prstGeom>
          <a:solidFill>
            <a:srgbClr val="07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tIns="18288" rIns="45720" bIns="18288"/>
          <a:lstStyle/>
          <a:p>
            <a:pPr/>
            <a:r>
              <a:rPr sz="1200">
                <a:solidFill>
                  <a:srgbClr val="FFFFFF"/>
                </a:solidFill>
                <a:latin typeface="Consolas"/>
              </a:rPr>
              <a:t>history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965960"/>
            <a:ext cx="2194560" cy="384048"/>
          </a:xfrm>
          <a:prstGeom prst="rect">
            <a:avLst/>
          </a:prstGeom>
          <a:noFill/>
        </p:spPr>
        <p:txBody>
          <a:bodyPr wrap="none" lIns="0" tIns="18288">
            <a:spAutoFit/>
          </a:bodyPr>
          <a:lstStyle/>
          <a:p>
            <a:r>
              <a:rPr sz="1200">
                <a:solidFill>
                  <a:srgbClr val="132A1A"/>
                </a:solidFill>
                <a:latin typeface="Calibri"/>
              </a:rPr>
              <a:t>show typed commands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External Commands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— no shell in between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avoided two shortcuts: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— runs arbitrary Python code (security hole).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os.system() — just wraps /bin/sh. Defeats the purpose.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subprocess.run() runs the program directly via fork + exec — same as Bash.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417320"/>
            <a:ext cx="4160520" cy="3108960"/>
          </a:xfrm>
          <a:prstGeom prst="rect">
            <a:avLst/>
          </a:prstGeom>
          <a:solidFill>
            <a:srgbClr val="071A0E"/>
          </a:solidFill>
          <a:ln w="12700">
            <a:solidFill>
              <a:srgbClr val="071A0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17720" y="150876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as external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subprocess.run([command] + args)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print(f"{command}: command not found")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show you in the terminal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3337560"/>
          </a:xfrm>
          <a:prstGeom prst="rect">
            <a:avLst/>
          </a:prstGeom>
          <a:solidFill>
            <a:srgbClr val="071A0E"/>
          </a:solidFill>
          <a:ln w="12700">
            <a:solidFill>
              <a:srgbClr val="071A0E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60020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1600200"/>
            <a:ext cx="137160" cy="13716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600200"/>
            <a:ext cx="137160" cy="13716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874520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C6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minishell.py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pwd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echo 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world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cd /tmp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xyz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minishell: xyz: command not found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F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user@host:~$ history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proves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18745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built-in works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0" y="23317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argument parsing 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7889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/tmp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change directory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0" y="37033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xyz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 error message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0" y="4160520"/>
            <a:ext cx="164592" cy="164592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F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</a:t>
            </a:r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tracking all input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out of scope for "basic"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a smaller, polished shell over a half-finished advanced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| grep 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290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output.txt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173736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expansion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$HOME prints literally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 10 &amp;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461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429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&amp;&amp; cmd2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2743200"/>
            <a:ext cx="2560320" cy="86868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722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Globbing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72200" y="31821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*.txt patterns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solidFill>
            <a:srgbClr val="EAFAF0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406908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pPr indent="0" marL="0">
              <a:buNone/>
            </a:pPr>
            <a:r>
              <a:rPr lang="en-US" sz="12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would push the project from "basic" to "medium" — the assignment said basic.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384048"/>
          </a:xfrm>
          <a:prstGeom prst="rect">
            <a:avLst/>
          </a:prstGeom>
          <a:solidFill>
            <a:srgbClr val="0D1F0D"/>
          </a:solidFill>
          <a:ln w="12700">
            <a:solidFill>
              <a:srgbClr val="0D1F0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32004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that became real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+ exec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shell really spawns programs — and why subprocess matters.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85216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vs external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521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cd and exit cannot be external programs.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try/except so the shell does not crash on bad input.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1417320"/>
          </a:xfrm>
          <a:prstGeom prst="rect">
            <a:avLst/>
          </a:prstGeom>
          <a:solidFill>
            <a:srgbClr val="F0FAF4"/>
          </a:solidFill>
          <a:ln w="12700">
            <a:solidFill>
              <a:srgbClr val="B7E4C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F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subprocess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521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spawn a new process to run external commands like ls and cat.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Shell in Python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34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274320" cy="128016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E4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github.com/ABCC-wq/Systems-Programming-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7E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Shell in Python</dc:title>
  <dc:subject>PptxGenJS Presentation</dc:subject>
  <dc:creator>Gamma Team</dc:creator>
  <cp:lastModifiedBy>Gamma Team</cp:lastModifiedBy>
  <cp:revision>1</cp:revision>
  <dcterms:created xsi:type="dcterms:W3CDTF">2026-05-17T19:59:00Z</dcterms:created>
  <dcterms:modified xsi:type="dcterms:W3CDTF">2026-05-17T19:59:00Z</dcterms:modified>
</cp:coreProperties>
</file>